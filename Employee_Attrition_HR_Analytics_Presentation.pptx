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8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1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5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3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05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68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0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7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2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5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54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77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59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98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43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77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07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0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6050" y="320040"/>
            <a:ext cx="81894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600" dirty="0"/>
              <a:t>Employee Attrition &amp;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4149" y="960120"/>
            <a:ext cx="4070345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endParaRPr lang="en-IN" sz="2800" b="1" dirty="0">
              <a:solidFill>
                <a:schemeClr val="tx2"/>
              </a:solidFill>
              <a:latin typeface="Agency FB" panose="020B0503020202020204" pitchFamily="34" charset="0"/>
            </a:endParaRPr>
          </a:p>
          <a:p>
            <a:pPr algn="ctr">
              <a:defRPr sz="1400"/>
            </a:pPr>
            <a:endParaRPr lang="en-IN" sz="2800" b="1" dirty="0">
              <a:solidFill>
                <a:schemeClr val="tx2"/>
              </a:solidFill>
              <a:latin typeface="Agency FB" panose="020B0503020202020204" pitchFamily="34" charset="0"/>
            </a:endParaRPr>
          </a:p>
          <a:p>
            <a:pPr algn="ctr">
              <a:defRPr sz="1400"/>
            </a:pPr>
            <a:r>
              <a:rPr sz="2800" b="1" dirty="0">
                <a:solidFill>
                  <a:schemeClr val="tx2"/>
                </a:solidFill>
                <a:latin typeface="Agency FB" panose="020B0503020202020204" pitchFamily="34" charset="0"/>
              </a:rPr>
              <a:t>Power BI 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0409" y="1828800"/>
            <a:ext cx="5840701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endParaRPr lang="en-IN" dirty="0"/>
          </a:p>
          <a:p>
            <a:pPr algn="ctr">
              <a:defRPr sz="3600" b="1"/>
            </a:pPr>
            <a:endParaRPr lang="en-IN" dirty="0"/>
          </a:p>
          <a:p>
            <a:pPr algn="ctr">
              <a:defRPr sz="3600" b="1"/>
            </a:pPr>
            <a:r>
              <a:rPr dirty="0"/>
              <a:t>HR Analytics Dashboard</a:t>
            </a:r>
          </a:p>
          <a:p>
            <a:pPr algn="ctr">
              <a:defRPr sz="2000"/>
            </a:pPr>
            <a:r>
              <a:rPr dirty="0"/>
              <a:t>Data-driven insights to understand employee turnover</a:t>
            </a:r>
          </a:p>
        </p:txBody>
      </p:sp>
    </p:spTree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06762" y="320040"/>
            <a:ext cx="27479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Analyze employee workforce data using Power BI.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Measure employee attrition and identify high-risk workforce segments.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Explore department, job role, salary, overtime, satisfaction and tenure patterns.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Build an interactive dashboard for HR decision support.</a:t>
            </a:r>
          </a:p>
        </p:txBody>
      </p:sp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343" y="320040"/>
            <a:ext cx="28108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High employee turnover can increase recruitment and training costs.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HR teams need visibility into where attrition is concentrated.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Manual reports make it difficult to compare departments and employee segments.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The dashboard provides a single interactive view of workforce and attrition metrics.</a:t>
            </a:r>
          </a:p>
        </p:txBody>
      </p:sp>
    </p:spTree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07828" y="320040"/>
            <a:ext cx="17458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Calculate total employees, attrition and attrition rate.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Compare attrition across departments and job roles.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Analyze the relationship between attrition and overtime, salary, satisfaction and tenure.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Create interactive filters for HR exploration.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Generate actionable recommendations from observed patterns.</a:t>
            </a:r>
          </a:p>
        </p:txBody>
      </p:sp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Key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dirty="0"/>
              <a:t>Records: 500 employees.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dirty="0"/>
              <a:t>Core fields: Employee ID, Age, Gender, Department, Job Role, Education.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dirty="0"/>
              <a:t>Workforce fields: Years at Company, Job Level, Monthly Salary, Overtime.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dirty="0"/>
              <a:t>Engagement fields: Job Satisfaction, Performance Rating, Training.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/>
            </a:pPr>
            <a:r>
              <a:rPr dirty="0"/>
              <a:t>Target field: Attrition (Yes/No).</a:t>
            </a:r>
          </a:p>
        </p:txBody>
      </p:sp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7887" y="320040"/>
            <a:ext cx="27257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1040" y="1371600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Imported the HR dataset into Power BI.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Checked data types and missing/duplicate records.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Created Age Group and Tenure Group categories.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Created DAX measures for workforce KPIs.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Structured visuals around HR business questions.</a:t>
            </a:r>
          </a:p>
        </p:txBody>
      </p:sp>
    </p:spTree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Total Employees: 500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Total Attrition: 79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Attrition Rate: 15.8%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Average Monthly Salary: ₹82,275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Average Age: 40.1 years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/>
            </a:pPr>
            <a:r>
              <a:rPr dirty="0"/>
              <a:t>Average Years at Company: 9.5</a:t>
            </a:r>
          </a:p>
        </p:txBody>
      </p:sp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2821" y="320040"/>
            <a:ext cx="27358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Dashboard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Page 1 — HR Overview: executive KPIs and workforce trends.</a:t>
            </a:r>
          </a:p>
          <a:p>
            <a:pPr>
              <a:spcAft>
                <a:spcPts val="1200"/>
              </a:spcAft>
              <a:defRPr sz="2000"/>
            </a:pPr>
            <a:r>
              <a:t>Page 2 — Employee Analysis: salary, satisfaction, overtime and tenure.</a:t>
            </a:r>
          </a:p>
          <a:p>
            <a:pPr>
              <a:spcAft>
                <a:spcPts val="1200"/>
              </a:spcAft>
              <a:defRPr sz="2000"/>
            </a:pPr>
            <a:r>
              <a:t>Page 3 — Attrition Insights: focused analysis for HR decision-making.</a:t>
            </a:r>
          </a:p>
          <a:p>
            <a:pPr>
              <a:spcAft>
                <a:spcPts val="1200"/>
              </a:spcAft>
              <a:defRPr sz="2000"/>
            </a:pPr>
            <a:r>
              <a:t>Interactive slicers allow users to drill into departments, roles and employee segments.</a:t>
            </a:r>
          </a:p>
        </p:txBody>
      </p:sp>
    </p:spTree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8BB27-AFD0-7AE6-9B63-E2AB9EE7A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9" y="195943"/>
            <a:ext cx="11609614" cy="636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97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28EB9-CA6B-5515-E9D9-921BBA48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14299"/>
            <a:ext cx="11936186" cy="723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1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9302" y="320040"/>
            <a:ext cx="45629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Key Insights from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Marketing shows the highest department-level attrition rate at approximately 25.6%.</a:t>
            </a:r>
          </a:p>
          <a:p>
            <a:pPr>
              <a:spcAft>
                <a:spcPts val="1200"/>
              </a:spcAft>
              <a:defRPr sz="2000"/>
            </a:pPr>
            <a:r>
              <a:t>Employees working overtime show a higher observed attrition rate (20.8%) than non-overtime employees (13.5%).</a:t>
            </a:r>
          </a:p>
          <a:p>
            <a:pPr>
              <a:spcAft>
                <a:spcPts val="1200"/>
              </a:spcAft>
              <a:defRPr sz="2000"/>
            </a:pPr>
            <a:r>
              <a:t>Lower job satisfaction groups generally show higher observed attrition in this practice dataset.</a:t>
            </a:r>
          </a:p>
          <a:p>
            <a:pPr>
              <a:spcAft>
                <a:spcPts val="1200"/>
              </a:spcAft>
              <a:defRPr sz="2000"/>
            </a:pPr>
            <a:r>
              <a:t>Early-tenure employees are a key segment to monitor because attrition is concentrated more strongly in shorter-tenure groups.</a:t>
            </a:r>
          </a:p>
        </p:txBody>
      </p:sp>
    </p:spTree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3692" y="320040"/>
            <a:ext cx="43341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Prioritize retention reviews for departments and roles with elevated attrition.</a:t>
            </a:r>
          </a:p>
          <a:p>
            <a:pPr>
              <a:spcAft>
                <a:spcPts val="1200"/>
              </a:spcAft>
              <a:defRPr sz="2000"/>
            </a:pPr>
            <a:r>
              <a:t>Monitor overtime workload and evaluate workload-balancing initiatives.</a:t>
            </a:r>
          </a:p>
          <a:p>
            <a:pPr>
              <a:spcAft>
                <a:spcPts val="1200"/>
              </a:spcAft>
              <a:defRPr sz="2000"/>
            </a:pPr>
            <a:r>
              <a:t>Use employee satisfaction surveys and manager check-ins for low-satisfaction groups.</a:t>
            </a:r>
          </a:p>
          <a:p>
            <a:pPr>
              <a:spcAft>
                <a:spcPts val="1200"/>
              </a:spcAft>
              <a:defRPr sz="2000"/>
            </a:pPr>
            <a:r>
              <a:t>Strengthen onboarding and early-career support for new employees.</a:t>
            </a:r>
          </a:p>
          <a:p>
            <a:pPr>
              <a:spcAft>
                <a:spcPts val="1200"/>
              </a:spcAft>
              <a:defRPr sz="2000"/>
            </a:pPr>
            <a:r>
              <a:t>Track attrition KPIs regularly through the Power BI dashboard.</a:t>
            </a:r>
          </a:p>
        </p:txBody>
      </p:sp>
    </p:spTree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7307" y="320040"/>
            <a:ext cx="18069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Power BI converts workforce data into an interactive HR decision-support dashboard.</a:t>
            </a:r>
          </a:p>
          <a:p>
            <a:pPr>
              <a:spcAft>
                <a:spcPts val="1200"/>
              </a:spcAft>
              <a:defRPr sz="2000"/>
            </a:pPr>
            <a:r>
              <a:t>The analysis highlights where attrition is concentrated and which employee factors are associated with turnover.</a:t>
            </a:r>
          </a:p>
          <a:p>
            <a:pPr>
              <a:spcAft>
                <a:spcPts val="1200"/>
              </a:spcAft>
              <a:defRPr sz="2000"/>
            </a:pPr>
            <a:r>
              <a:t>The dashboard can be extended with real company data, time-based HR trends and predictive attrition modeling.</a:t>
            </a:r>
          </a:p>
          <a:p>
            <a:pPr>
              <a:spcAft>
                <a:spcPts val="1200"/>
              </a:spcAft>
              <a:defRPr sz="2000"/>
            </a:pPr>
            <a:r>
              <a:t>Insights should be interpreted as associations, not proof that a factor directly causes attrition.</a:t>
            </a:r>
          </a:p>
        </p:txBody>
      </p:sp>
    </p:spTree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80051" y="320040"/>
            <a:ext cx="2601418" cy="33547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endParaRPr lang="en-IN" dirty="0"/>
          </a:p>
          <a:p>
            <a:pPr algn="ctr">
              <a:defRPr sz="2800" b="1"/>
            </a:pPr>
            <a:endParaRPr lang="en-IN" dirty="0"/>
          </a:p>
          <a:p>
            <a:pPr algn="ctr">
              <a:defRPr sz="2800" b="1"/>
            </a:pPr>
            <a:endParaRPr lang="en-IN" dirty="0"/>
          </a:p>
          <a:p>
            <a:pPr algn="ctr">
              <a:defRPr sz="2800" b="1"/>
            </a:pPr>
            <a:endParaRPr lang="en-IN" dirty="0"/>
          </a:p>
          <a:p>
            <a:pPr algn="ctr">
              <a:defRPr sz="2800" b="1"/>
            </a:pPr>
            <a:endParaRPr lang="en-IN" dirty="0"/>
          </a:p>
          <a:p>
            <a:pPr algn="ctr">
              <a:defRPr sz="2800" b="1"/>
            </a:pPr>
            <a:endParaRPr lang="en-IN" dirty="0"/>
          </a:p>
          <a:p>
            <a:pPr algn="ctr">
              <a:defRPr sz="2800" b="1"/>
            </a:pPr>
            <a:r>
              <a:rPr sz="4400" dirty="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28765" y="3670663"/>
            <a:ext cx="45211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sz="2000" dirty="0"/>
              <a:t>Employee Attrition &amp; Workforce Analytics</a:t>
            </a:r>
          </a:p>
        </p:txBody>
      </p:sp>
    </p:spTree>
  </p:cSld>
  <p:clrMapOvr>
    <a:masterClrMapping/>
  </p:clrMapOvr>
  <p:transition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12</TotalTime>
  <Words>530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Agency FB</vt:lpstr>
      <vt:lpstr>Arial</vt:lpstr>
      <vt:lpstr>Calibri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Sangita Jha</cp:lastModifiedBy>
  <cp:revision>3</cp:revision>
  <dcterms:created xsi:type="dcterms:W3CDTF">2013-01-27T09:14:16Z</dcterms:created>
  <dcterms:modified xsi:type="dcterms:W3CDTF">2026-09-24T02:57:27Z</dcterms:modified>
  <cp:category/>
</cp:coreProperties>
</file>